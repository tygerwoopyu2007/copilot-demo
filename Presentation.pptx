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4" autoAdjust="0"/>
    <p:restoredTop sz="94660"/>
  </p:normalViewPr>
  <p:slideViewPr>
    <p:cSldViewPr snapToGrid="0">
      <p:cViewPr varScale="1">
        <p:scale>
          <a:sx n="94" d="100"/>
          <a:sy n="94" d="100"/>
        </p:scale>
        <p:origin x="114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2E1415-B058-2302-A948-3560F05FE7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C82052-5456-2A8E-1C71-E156397B5D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6130999-A440-EBAD-D9FF-102244703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A308-D3CD-492A-B03F-1FAAC5B2BE9B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6924778-F252-277B-0440-74BC525B3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97EBE6-09F4-AFB0-294C-715556F95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8FDA-873C-4CF3-9F34-12F44A34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0147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9EB09D-924C-D8D1-32C0-77A17DDE29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79787E5-E4CA-DFE0-111C-48F6DFAA58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B01532-E52B-3CE6-112C-49BF71062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A308-D3CD-492A-B03F-1FAAC5B2BE9B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5D8923-2C32-D109-F2AF-F30ADFAC0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F8C1422-EB3E-9F5B-08B4-1CEC9C322C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8FDA-873C-4CF3-9F34-12F44A34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98036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4619D80-B796-4969-15A2-169E863D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655EF7D-1B13-3DA3-2DFA-4CBD60E5C2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90B3B04-5C82-C7A0-67CF-E8CF72CB5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A308-D3CD-492A-B03F-1FAAC5B2BE9B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804C220-66F6-26D8-3935-79BE9727B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2C450E-CEE1-2AE6-AEF3-CFE8332DC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8FDA-873C-4CF3-9F34-12F44A34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3136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9F9DB60-6EAC-EF09-0E60-442181A02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6B07EA0-D3D2-9D93-0499-4BE88A438A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A92EA57-7E6A-D5AE-76C3-4C66D0BD8A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4600673-4754-1B43-E3C7-396FA0C32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A308-D3CD-492A-B03F-1FAAC5B2BE9B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9BCA69-A009-CB9F-9452-FC5279152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D65FDE0-25C9-E7EE-06A8-D84FB2DBA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8FDA-873C-4CF3-9F34-12F44A34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25560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8098E1D-350C-817E-7ED0-68701098F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C9BC171-EB2F-8FC9-F01D-D11C8B351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F9B887E-F8FD-94D7-D6BB-DDB7E1371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C3C81D74-EC8E-25FC-2014-98988F3A04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498996A-A775-E313-7FB1-949754455E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E3939D25-210F-E9B3-8A66-44107304E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A308-D3CD-492A-B03F-1FAAC5B2BE9B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A203F62-BD01-9568-EA05-7AF034AC3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517AF1E-337E-8BAA-7DAE-7E17D4328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8FDA-873C-4CF3-9F34-12F44A34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5906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2DE710E-6C41-3B5C-8446-0CA6B5E0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FC7A61-A349-844F-1355-222444D810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A308-D3CD-492A-B03F-1FAAC5B2BE9B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FF77916-4C67-1132-9463-5E71BE419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27A6986-A25D-809C-FC91-51374ED43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8FDA-873C-4CF3-9F34-12F44A34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4619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50C7FFB-71D8-CCBF-5C6E-8CDF6F7CA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A308-D3CD-492A-B03F-1FAAC5B2BE9B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423775E5-CCF9-B24F-F990-92EF382E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4BC03A9-D9F1-8CC1-990D-E356A1AD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8FDA-873C-4CF3-9F34-12F44A34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099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2E4B1D6-7155-3C30-6039-892E3CCE1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46B552B-3F8C-F078-11BD-982FC2F69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40A8CE-32B2-C0C5-6548-5E1DC9B43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0C45C61-761A-73D3-C154-89D3EF413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A308-D3CD-492A-B03F-1FAAC5B2BE9B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6E0767C-CFDB-9085-ACB7-85FB32405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C8D287-68F8-98ED-D38C-28FA4C444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8FDA-873C-4CF3-9F34-12F44A34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314657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365B708-C42B-B613-167C-C28F65237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1DE35BE-3081-973E-D947-BAA3A8453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F3978E-B83E-A90A-3558-F5B4091129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A2C8245-F1FC-D718-8679-29371845B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A308-D3CD-492A-B03F-1FAAC5B2BE9B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E4B9C6E-E68D-D646-8C4F-BF3C5D557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636BF25-8EB1-8F32-7959-1EBE888AC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8FDA-873C-4CF3-9F34-12F44A34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4348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9926069-8AB1-A201-8EBD-2B4559FC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5EF7ED1-9F20-CDF9-56D3-C5475506FE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CB1803D-C070-49B5-9904-632877C1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A308-D3CD-492A-B03F-1FAAC5B2BE9B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8FD529B-BA57-7C7B-90B5-4A6D3C3B6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30B09A0-EFCD-F232-5350-6B629462A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8FDA-873C-4CF3-9F34-12F44A34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4701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9033A14-B262-729C-5C94-7A3FAC2468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9237B56-8A47-01FB-326C-630B3BB46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D6D93AF-9A46-4500-C476-7C4F12B90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A308-D3CD-492A-B03F-1FAAC5B2BE9B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2D3CC0-C3E9-F320-3C6A-621B3B429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9D13F36-5FB3-4916-EFFB-8FCAB73DB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FA8FDA-873C-4CF3-9F34-12F44A34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2151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141DC13-1163-AF1F-327E-505407FA1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8FAEF2-1D05-27BB-AEAC-B2F9CBEDD7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D6D5C0-7E57-7BEE-32A0-F0714D1F86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E5A308-D3CD-492A-B03F-1FAAC5B2BE9B}" type="datetimeFigureOut">
              <a:rPr kumimoji="1" lang="ja-JP" altLang="en-US" smtClean="0"/>
              <a:t>2026/6/16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588D36-3380-FD0B-25F1-30715AC3D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A8822C5-2831-264E-BAD9-07FAF6C9C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FA8FDA-873C-4CF3-9F34-12F44A34EBB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6124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BF1A070-5259-6EF1-AF25-17B7C98FFAF3}"/>
              </a:ext>
            </a:extLst>
          </p:cNvPr>
          <p:cNvSpPr txBox="1"/>
          <p:nvPr/>
        </p:nvSpPr>
        <p:spPr>
          <a:xfrm>
            <a:off x="873760" y="751840"/>
            <a:ext cx="107391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ja-JP" b="1" dirty="0"/>
              <a:t>🟦 スライド1（タイトル）</a:t>
            </a:r>
          </a:p>
          <a:p>
            <a:pPr>
              <a:buNone/>
            </a:pPr>
            <a:r>
              <a:rPr lang="ja-JP" altLang="ja-JP" b="1" dirty="0">
                <a:effectLst/>
              </a:rPr>
              <a:t>タイトル：</a:t>
            </a:r>
            <a:r>
              <a:rPr lang="ja-JP" altLang="ja-JP" dirty="0">
                <a:effectLst/>
              </a:rPr>
              <a:t> Copilot CLI × GitHub がもたらす次世代開発ソリューション</a:t>
            </a:r>
            <a:endParaRPr lang="ja-JP" altLang="ja-JP" dirty="0"/>
          </a:p>
          <a:p>
            <a:pPr>
              <a:buNone/>
            </a:pPr>
            <a:r>
              <a:rPr lang="ja-JP" altLang="ja-JP" b="1" dirty="0">
                <a:effectLst/>
              </a:rPr>
              <a:t>サブタイトル：</a:t>
            </a:r>
            <a:r>
              <a:rPr lang="ja-JP" altLang="ja-JP" dirty="0">
                <a:effectLst/>
              </a:rPr>
              <a:t> 自然言語で開発を自動化し、作業効率を劇的に向上させる</a:t>
            </a:r>
            <a:endParaRPr lang="ja-JP" altLang="ja-JP" dirty="0"/>
          </a:p>
          <a:p>
            <a:pPr>
              <a:buNone/>
            </a:pPr>
            <a:r>
              <a:rPr lang="ja-JP" altLang="ja-JP" b="1" dirty="0">
                <a:effectLst/>
              </a:rPr>
              <a:t>箇条書き：</a:t>
            </a:r>
            <a:endParaRPr lang="ja-JP" altLang="ja-JP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>
                <a:effectLst/>
              </a:rPr>
              <a:t>Copilot CLI：自然言語 → コマンド生成・実行</a:t>
            </a:r>
            <a:endParaRPr lang="ja-JP" altLang="ja-JP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>
                <a:effectLst/>
              </a:rPr>
              <a:t>GitHub：コード管理・CI/CD・自動化の基盤</a:t>
            </a:r>
            <a:endParaRPr lang="ja-JP" altLang="ja-JP" dirty="0"/>
          </a:p>
          <a:p>
            <a:pPr>
              <a:buFont typeface="Arial" panose="020B0604020202020204" pitchFamily="34" charset="0"/>
              <a:buChar char="•"/>
            </a:pPr>
            <a:r>
              <a:rPr lang="ja-JP" altLang="ja-JP" dirty="0">
                <a:effectLst/>
              </a:rPr>
              <a:t>両者を組み合わせることで、 </a:t>
            </a:r>
            <a:r>
              <a:rPr lang="ja-JP" altLang="ja-JP" b="1" dirty="0">
                <a:effectLst/>
              </a:rPr>
              <a:t>「意図を伝えるだけで成果物ができる」世界が実現</a:t>
            </a:r>
            <a:endParaRPr lang="ja-JP" altLang="ja-JP" dirty="0"/>
          </a:p>
        </p:txBody>
      </p:sp>
    </p:spTree>
    <p:extLst>
      <p:ext uri="{BB962C8B-B14F-4D97-AF65-F5344CB8AC3E}">
        <p14:creationId xmlns:p14="http://schemas.microsoft.com/office/powerpoint/2010/main" val="28324047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ワイド画面</PresentationFormat>
  <Paragraphs>7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koji morita</dc:creator>
  <cp:lastModifiedBy>koji morita</cp:lastModifiedBy>
  <cp:revision>1</cp:revision>
  <dcterms:created xsi:type="dcterms:W3CDTF">2026-06-16T05:05:17Z</dcterms:created>
  <dcterms:modified xsi:type="dcterms:W3CDTF">2026-06-16T05:05:42Z</dcterms:modified>
</cp:coreProperties>
</file>